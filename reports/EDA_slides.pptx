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Exploratory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Statistics by Treatment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Overall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(N=32)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(N=28)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(N=38)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(N=98)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(SD)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37.5 (6.37)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76.4 (11.1)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68.7 (12.7)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60.7 (19.6)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Median [Min, Max]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36.4 [26.0, 48.0]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77.6 [53.9, 96.0]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64.0 [52.8, 95.4]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60.7 [26.0, 96.0]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(SD)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34.3 (6.12)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36.3 (5.68)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32.4 (6.34)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34.2 (6.23)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Median [Min, Max]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33.5 [25.0, 45.0]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37.0 [25.0, 45.0]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30.0 [25.0, 45.0]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34.5 [25.0, 45.0]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15 (46.9%)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 (35.7%)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23 (60.5%)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48 (49.0%)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17 (53.1%)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 (64.3%)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15 (39.5%)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 (51.0%)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 vs Age</a:t>
            </a:r>
          </a:p>
        </p:txBody>
      </p:sp>
      <p:pic>
        <p:nvPicPr>
          <p:cNvPr descr="EDA_slides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 vs Treatment</a:t>
            </a:r>
          </a:p>
        </p:txBody>
      </p:sp>
      <p:pic>
        <p:nvPicPr>
          <p:cNvPr descr="EDA_slides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Positive Responses by Treatment Count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Positive Responses by Treatment Proportions</a:t>
            </a:r>
          </a:p>
        </p:txBody>
      </p:sp>
      <p:pic>
        <p:nvPicPr>
          <p:cNvPr descr="EDA_slides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Predictors (AF)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adj_p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rs57179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rs19486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rs59798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rs31247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0.619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First 7 rows by adjusted p value. After adjustment none of the SNPs have a statistically significant effect by themselves. Treatment is the strongest predictor of AF.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Predictors (PR)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adj_p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rs91154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rs56579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rs57179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rs69792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0.554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First 7 rows by adjusted p value. After adjustment none of the SNPs have a statistically significant effect by themselves. Age is the strongest predictor of PR. Notably by itself treatment is not a statistically significant predictior of PR.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SNPs vs AF and PR</a:t>
            </a:r>
          </a:p>
        </p:txBody>
      </p:sp>
      <p:pic>
        <p:nvPicPr>
          <p:cNvPr descr="EDA_slides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EDA_slides_files/figure-pptx/unnamed-chunk-9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</dc:title>
  <dc:creator/>
  <cp:keywords/>
  <dcterms:created xsi:type="dcterms:W3CDTF">2026-03-20T02:05:09Z</dcterms:created>
  <dcterms:modified xsi:type="dcterms:W3CDTF">2026-03-20T02:05:09Z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date">
    <vt:lpwstr>March 20, 2026</vt:lpwstr>
  </property>
  <property fmtid="{D5CDD505-2E9C-101B-9397-08002B2CF9AE}" pid="4" name="date-format">
    <vt:lpwstr>long</vt:lpwstr>
  </property>
  <property fmtid="{D5CDD505-2E9C-101B-9397-08002B2CF9AE}" pid="5" name="editor_option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